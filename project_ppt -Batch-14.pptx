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257" r:id="rId3"/>
    <p:sldId id="903" r:id="rId4"/>
    <p:sldId id="902" r:id="rId5"/>
    <p:sldId id="904" r:id="rId6"/>
    <p:sldId id="258" r:id="rId7"/>
    <p:sldId id="259" r:id="rId8"/>
    <p:sldId id="260" r:id="rId9"/>
    <p:sldId id="90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62D2F-6AF4-703F-B4E9-4490E23D0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1AD9F-6069-1430-B1F5-39F0C4306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2AA3E-1D11-C5F8-B232-7245DD2EB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E21A4-6FB4-4FAC-003E-9687279A6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66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885706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Venkata Sai Charan – 2420030339</a:t>
                      </a:r>
                    </a:p>
                    <a:p>
                      <a:pPr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Sai Shashank – 2420030210</a:t>
                      </a:r>
                    </a:p>
                    <a:p>
                      <a:pPr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Pardhasaradhi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- 2420030088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227329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 PREDICTION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ADA915-62B6-B5AF-A568-A6FC2222963C}"/>
              </a:ext>
            </a:extLst>
          </p:cNvPr>
          <p:cNvSpPr txBox="1"/>
          <p:nvPr/>
        </p:nvSpPr>
        <p:spPr>
          <a:xfrm>
            <a:off x="795528" y="1412027"/>
            <a:ext cx="1107338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Many diseases share </a:t>
            </a:r>
            <a:r>
              <a:rPr lang="en-IN" sz="2000" b="1" dirty="0"/>
              <a:t>similar or overlapping symptoms</a:t>
            </a:r>
            <a:r>
              <a:rPr lang="en-IN" sz="2000" dirty="0"/>
              <a:t>, making early identification difficult.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People may delay seeking medical attention due to a lack of immediate access to healthcare guidance.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Traditional diagnosis requires </a:t>
            </a:r>
            <a:r>
              <a:rPr lang="en-IN" sz="2000" b="1" dirty="0"/>
              <a:t>clinical examination, medical history, and laboratory tests</a:t>
            </a:r>
            <a:r>
              <a:rPr lang="en-IN" sz="2000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There is a need for a data-driven system that can </a:t>
            </a:r>
            <a:r>
              <a:rPr lang="en-IN" sz="2000" dirty="0" err="1"/>
              <a:t>analyze</a:t>
            </a:r>
            <a:r>
              <a:rPr lang="en-IN" sz="2000" dirty="0"/>
              <a:t> symptoms and provide a </a:t>
            </a:r>
            <a:r>
              <a:rPr lang="en-IN" sz="2000" b="1" dirty="0"/>
              <a:t>preliminary indication of possible diseases</a:t>
            </a:r>
            <a:r>
              <a:rPr lang="en-IN" sz="2000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proposed system uses </a:t>
            </a:r>
            <a:r>
              <a:rPr lang="en-IN" sz="2000" b="1" dirty="0"/>
              <a:t>Machine Learning algorithms</a:t>
            </a:r>
            <a:r>
              <a:rPr lang="en-IN" sz="2000" dirty="0"/>
              <a:t> to learn patterns from disease–symptom datasets.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Users can enter their symptoms through a web interface, and the system predicts the </a:t>
            </a:r>
            <a:r>
              <a:rPr lang="en-IN" sz="2000" b="1" dirty="0"/>
              <a:t>most likely condition</a:t>
            </a:r>
            <a:r>
              <a:rPr lang="en-IN" sz="2000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system also provides the </a:t>
            </a:r>
            <a:r>
              <a:rPr lang="en-IN" sz="2000" b="1" dirty="0"/>
              <a:t>appropriate doctor/specialist category</a:t>
            </a:r>
            <a:r>
              <a:rPr lang="en-IN" sz="2000" dirty="0"/>
              <a:t> and general health guidance.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prediction is intended as a </a:t>
            </a:r>
            <a:r>
              <a:rPr lang="en-IN" sz="2000" b="1" dirty="0"/>
              <a:t>decision-support tool and not a replacement for professional medical diagnosis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FD909A-1C04-8844-7D97-B94C3D1BC500}"/>
              </a:ext>
            </a:extLst>
          </p:cNvPr>
          <p:cNvSpPr txBox="1"/>
          <p:nvPr/>
        </p:nvSpPr>
        <p:spPr>
          <a:xfrm>
            <a:off x="1024128" y="1350050"/>
            <a:ext cx="1066190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Develop</a:t>
            </a:r>
            <a:r>
              <a:rPr lang="en-IN" sz="2000" dirty="0"/>
              <a:t> a Machine Learning-based system for preliminary disease prediction.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Collect and preprocess</a:t>
            </a:r>
            <a:r>
              <a:rPr lang="en-IN" sz="2000" dirty="0"/>
              <a:t> disease–symptom data for analysis.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Identify symptom patterns</a:t>
            </a:r>
            <a:r>
              <a:rPr lang="en-IN" sz="2000" dirty="0"/>
              <a:t> using Exploratory Data Analysis (EDA).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Train and compare</a:t>
            </a:r>
            <a:r>
              <a:rPr lang="en-IN" sz="2000" dirty="0"/>
              <a:t> Decision Tree, Random Forest, KNN, and Naive Bayes models.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Select the best-performing model</a:t>
            </a:r>
            <a:r>
              <a:rPr lang="en-IN" sz="2000" dirty="0"/>
              <a:t> using Accuracy, Precision, Recall, and F1-score.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Automatically predict</a:t>
            </a:r>
            <a:r>
              <a:rPr lang="en-IN" sz="2000" dirty="0"/>
              <a:t> the most likely disease from user-selected symptoms.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Recommend an appropriate doctor/specialist</a:t>
            </a:r>
            <a:r>
              <a:rPr lang="en-IN" sz="2000" dirty="0"/>
              <a:t> based on the predicted condition.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Provide general health guidance</a:t>
            </a:r>
            <a:r>
              <a:rPr lang="en-IN" sz="2000" dirty="0"/>
              <a:t> and emergency warnings to support users in seeking appropriate medical care.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Develop an interactive web interface</a:t>
            </a:r>
            <a:r>
              <a:rPr lang="en-IN" sz="2000" dirty="0"/>
              <a:t> using Python and </a:t>
            </a:r>
            <a:r>
              <a:rPr lang="en-IN" sz="2000" dirty="0" err="1"/>
              <a:t>Streamlit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7592478"/>
              </p:ext>
            </p:extLst>
          </p:nvPr>
        </p:nvGraphicFramePr>
        <p:xfrm>
          <a:off x="274646" y="689466"/>
          <a:ext cx="11642705" cy="592164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49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106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Fatemeh </a:t>
                      </a:r>
                      <a:r>
                        <a:rPr lang="en-IN" sz="1400" dirty="0" err="1"/>
                        <a:t>Sogandi</a:t>
                      </a:r>
                      <a:r>
                        <a:rPr lang="en-IN" sz="1400" dirty="0"/>
                        <a:t> et al. [1]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Identifying diseases symptoms and general rules using supervised and unsupervised machine learning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•Supervised ML classification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•Unsupervised ML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•Association rule mining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</a:t>
                      </a:r>
                      <a:r>
                        <a:rPr lang="en-IN" sz="1400" dirty="0" err="1"/>
                        <a:t>Apriori</a:t>
                      </a:r>
                      <a:r>
                        <a:rPr lang="en-IN" sz="1400" dirty="0"/>
                        <a:t> algorithm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Identifies relationships between symptoms and diseases.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Extracts useful symptom–disease rules.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Can support healthcare professionals and patients.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Requires validation on broader datasets.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Real-world clinical deployment requires further evaluation.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7444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Rinkal Keniya et al.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Disease Prediction From Various Symptoms Using Machine Learning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Multiple ML algorithms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Weighted KNN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Uses symptoms, age and gender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Dataset covers more than 230 diseases.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Weighted KNN achieved </a:t>
                      </a:r>
                      <a:r>
                        <a:rPr lang="en-IN" sz="1400" b="1" dirty="0"/>
                        <a:t>93.5% accuracy</a:t>
                      </a:r>
                      <a:r>
                        <a:rPr lang="en-IN" sz="1400" dirty="0"/>
                        <a:t>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Demonstrates feasibility of symptom-based prediction.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Requires larger and more diverse clinical datasets.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Further validation is needed before clinical use.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7228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Deepika Joshi, Renu Kant, Sachin Shakya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Disease Prediction System Using Machine Learning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Machine Learning algorithms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Symptom-based classification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Medical datasets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ML can be used to predict diseases from symptoms.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Large healthcare datasets can support better medical decision-making.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Further improvement in prediction accuracy is required.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More healthcare applications can be explored.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3338-91D3-0284-FCC7-565A4D1CF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40A649-8EC7-237D-1C44-583645289B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7213857"/>
              </p:ext>
            </p:extLst>
          </p:nvPr>
        </p:nvGraphicFramePr>
        <p:xfrm>
          <a:off x="274646" y="689466"/>
          <a:ext cx="11642705" cy="592164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49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106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N. Ashok et al. [4]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Symptoms Based Disease Prediction System Using Machine Learning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• Decision Tree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•KNN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•Naive Bayes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•Random Forest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• Python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• Predicts potential diseases from user symptoms.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•Compares multiple ML algorithms.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•Supports quick preliminary disease prediction.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Dataset quality affects prediction accuracy.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Further development is required for real-world healthcare use.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7444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Riya </a:t>
                      </a:r>
                      <a:r>
                        <a:rPr lang="en-IN" sz="1400" dirty="0" err="1"/>
                        <a:t>Hedaoo</a:t>
                      </a:r>
                      <a:r>
                        <a:rPr lang="en-IN" sz="1400" dirty="0"/>
                        <a:t> et al. [5]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Disease Symptoms Prediction Application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Supervised Machine Learning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Symptom-based prediction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ML can assist in early disease prediction.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Automated symptom analysis can support healthcare decision-making.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Prediction depends heavily on input symptom quality.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More comprehensive datasets are required.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7228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Ridham Sood, Virat Sharma [6]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Symptom Based Disease Prediction Using Machine Learning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Decision Tree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KNN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Naive Bayes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Random Forest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Uses user symptoms as input.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ML models estimate disease likelihood.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Demonstrates the use of ML for healthcare decision support.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Needs broader validation with real-world patient data.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Model explainability can be improved.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365C18-596F-A56E-B561-8FB65D0BDE16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EA9EF49-CECB-70B5-B567-5F83D808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EE53BB-B5BE-330F-945F-AA63BF288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0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9C46CD-C912-A322-C356-0CA51A4A57A2}"/>
              </a:ext>
            </a:extLst>
          </p:cNvPr>
          <p:cNvSpPr txBox="1"/>
          <p:nvPr/>
        </p:nvSpPr>
        <p:spPr>
          <a:xfrm>
            <a:off x="923544" y="1365332"/>
            <a:ext cx="105704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Existing disease prediction systems mainly focus on </a:t>
            </a:r>
            <a:r>
              <a:rPr lang="en-IN" sz="2000" b="1" dirty="0"/>
              <a:t>basic symptom-to-disease prediction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Many systems support only a </a:t>
            </a:r>
            <a:r>
              <a:rPr lang="en-IN" sz="2000" b="1" dirty="0"/>
              <a:t>limited number of diseases and symptoms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Some approaches do not provide </a:t>
            </a:r>
            <a:r>
              <a:rPr lang="en-IN" sz="2000" b="1" dirty="0"/>
              <a:t>clear doctor/specialist recommendations</a:t>
            </a:r>
            <a:r>
              <a:rPr lang="en-IN" sz="2000" dirty="0"/>
              <a:t> after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Limited use of </a:t>
            </a:r>
            <a:r>
              <a:rPr lang="en-IN" sz="2000" b="1" dirty="0"/>
              <a:t>multiple ML algorithms and model comparison</a:t>
            </a:r>
            <a:r>
              <a:rPr lang="en-IN" sz="2000" dirty="0"/>
              <a:t> reduces confidence in model selection.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Many systems lack an </a:t>
            </a:r>
            <a:r>
              <a:rPr lang="en-IN" sz="2000" b="1" dirty="0"/>
              <a:t>interactive and user-friendly web interface</a:t>
            </a:r>
            <a:r>
              <a:rPr lang="en-IN" sz="2000" dirty="0"/>
              <a:t> for symptom input.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Real-world healthcare data may contain </a:t>
            </a:r>
            <a:r>
              <a:rPr lang="en-IN" sz="2000" b="1" dirty="0"/>
              <a:t>missing values, noise, and inconsistent symptom patterns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There is a need for a system that combines </a:t>
            </a:r>
            <a:r>
              <a:rPr lang="en-IN" sz="2000" b="1" dirty="0"/>
              <a:t>symptom analysis, ML prediction, model evaluation, and healthcare guidance</a:t>
            </a:r>
            <a:r>
              <a:rPr lang="en-IN" sz="2000" dirty="0"/>
              <a:t> in one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proposed system aims to address these gaps as a </a:t>
            </a:r>
            <a:r>
              <a:rPr lang="en-IN" sz="2000" b="1" dirty="0"/>
              <a:t>preliminary decision-support tool</a:t>
            </a:r>
            <a:r>
              <a:rPr lang="en-IN" sz="2000" dirty="0"/>
              <a:t>, not as a replacement for professional diagnosis.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9EFC8A-89D1-0A07-3923-8331E825DB39}"/>
              </a:ext>
            </a:extLst>
          </p:cNvPr>
          <p:cNvSpPr txBox="1"/>
          <p:nvPr/>
        </p:nvSpPr>
        <p:spPr>
          <a:xfrm>
            <a:off x="1234440" y="1443841"/>
            <a:ext cx="102321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AI-Based Prediction:</a:t>
            </a:r>
            <a:r>
              <a:rPr lang="en-IN" dirty="0"/>
              <a:t> Uses Machine Learning to predict possible diseases from user-reported symptoms.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Multiple ML Models:</a:t>
            </a:r>
            <a:r>
              <a:rPr lang="en-IN" dirty="0"/>
              <a:t> Compares Decision Tree, Random Forest, KNN, and Naive Bayes to identify a suitable prediction model.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Interactive Symptom Input:</a:t>
            </a:r>
            <a:r>
              <a:rPr lang="en-IN" dirty="0"/>
              <a:t> Provides a simple web interface where users can select their symptoms.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Doctor Recommendation:</a:t>
            </a:r>
            <a:r>
              <a:rPr lang="en-IN" dirty="0"/>
              <a:t> Suggests the appropriate medical specialist based on the predicted condition.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Health Guidance:</a:t>
            </a:r>
            <a:r>
              <a:rPr lang="en-IN" dirty="0"/>
              <a:t> Provides general care information along with the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Top Predictions:</a:t>
            </a:r>
            <a:r>
              <a:rPr lang="en-IN" dirty="0"/>
              <a:t> Displays the most probable conditions with confidence/probability scores.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Integrated Platform:</a:t>
            </a:r>
            <a:r>
              <a:rPr lang="en-IN" dirty="0"/>
              <a:t> Combines symptom analysis, prediction, model comparison, and healthcare guidance in a single application.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Future-Ready Design:</a:t>
            </a:r>
            <a:r>
              <a:rPr lang="en-IN" dirty="0"/>
              <a:t> Can be extended with real clinical datasets, patient history, laboratory results, and advanced ML models.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207663" y="1332411"/>
            <a:ext cx="1058977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/>
              <a:t>The proposed Disease Prediction System is technically and economically feasible using Python, Pandas, NumPy, Scikit-learn and </a:t>
            </a:r>
            <a:r>
              <a:rPr lang="en-IN" sz="1500" dirty="0" err="1"/>
              <a:t>Streamlit</a:t>
            </a:r>
            <a:r>
              <a:rPr lang="en-IN" sz="1500" dirty="0"/>
              <a:t>. Open-source machine learning libraries and publicly available symptom-disease datasets reduce development cost and support implementation within the academic project</a:t>
            </a:r>
            <a:endParaRPr lang="en-US" sz="15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D42C3D-E926-D0D3-C338-F1F62C188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662" y="2190708"/>
            <a:ext cx="10322921" cy="466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023A3-3AB9-EAAF-0BF2-292D840A0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EAC8C-0350-E2CD-33B4-844428973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79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1066</Words>
  <Application>Microsoft Office PowerPoint</Application>
  <PresentationFormat>Widescreen</PresentationFormat>
  <Paragraphs>110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SAI TEJA MIRIYALA</cp:lastModifiedBy>
  <cp:revision>40</cp:revision>
  <dcterms:created xsi:type="dcterms:W3CDTF">2026-08-08T06:33:56Z</dcterms:created>
  <dcterms:modified xsi:type="dcterms:W3CDTF">2026-10-01T05:08:06Z</dcterms:modified>
</cp:coreProperties>
</file>